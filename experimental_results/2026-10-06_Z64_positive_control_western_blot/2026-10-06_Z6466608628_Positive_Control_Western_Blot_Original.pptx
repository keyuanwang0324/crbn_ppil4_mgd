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 autoAdjust="0"/>
    <p:restoredTop sz="94678"/>
  </p:normalViewPr>
  <p:slideViewPr>
    <p:cSldViewPr snapToGrid="0" showGuides="1">
      <p:cViewPr varScale="1">
        <p:scale>
          <a:sx n="117" d="100"/>
          <a:sy n="117" d="100"/>
        </p:scale>
        <p:origin x="456" y="184"/>
      </p:cViewPr>
      <p:guideLst>
        <p:guide orient="horz" pos="2160"/>
        <p:guide pos="379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1702F6-189C-BE83-B393-BEBFC3BA20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5665787-EB8E-6968-2939-7D835F091F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888550-2DF9-06D1-22B8-641E9D7BD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4830C-B2BC-4ADD-9021-EBF399D31AAD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DBE853-206C-3012-41B0-31C5326CA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44C5A8-735E-317A-6B68-A2C943F62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00FBD-349D-464B-A60B-106FC962F8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0635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55E319-47A4-F6EA-E43D-9966AE093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5D95A3-E1FB-CE96-467C-3644C646E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6F804F-D103-ABD7-D674-1854CF713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4830C-B2BC-4ADD-9021-EBF399D31AAD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47D268-E074-E40A-E83E-CA4253A60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EA345E-F8CD-612C-5ED9-581FE20CA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00FBD-349D-464B-A60B-106FC962F8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9351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73AFC-4C79-71FE-A92E-02323BEED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F7FB98-7680-E37E-353E-21C27F832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1C2880-3099-1535-D9F5-ECBF8A424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4830C-B2BC-4ADD-9021-EBF399D31AAD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6B90A4-3DA6-57A3-CB75-6669A69D4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EB7E85-BD39-E275-AA86-C878ADCF1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00FBD-349D-464B-A60B-106FC962F8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80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ADCFF9-44A5-3B7B-C1D6-A57755AFD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35365A-1427-8FBE-1D96-A11F3721B7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02CE84F-07FC-0ECE-CE5C-C09537B2A3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6A60C1-5A7E-1CA5-E215-CEADE7E84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4830C-B2BC-4ADD-9021-EBF399D31AAD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3FDC4F-938D-3A61-4576-F9B6B6DC4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F0E54D-73F0-D0FA-3C12-A21772B4C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00FBD-349D-464B-A60B-106FC962F8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8261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BA29B6-B004-1C64-845C-5A98D7668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7A5967-7303-F4F4-3E77-9E662FEC7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E9B231-88B7-B7D2-A68D-4DC223082A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B007962-C844-C43B-A189-A38B1B8613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9DB3058-88E4-5CC0-8D86-8E6D178F81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608C1C5-3725-63AF-C60D-6890137B9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4830C-B2BC-4ADD-9021-EBF399D31AAD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4B708EA-440A-5CE9-D365-9A0ADB101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A4B8A6-BA6F-93EE-DFFC-6CF5D5D91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00FBD-349D-464B-A60B-106FC962F8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5802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261A02-1E05-1F7E-8063-D9CBECAF0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BB44876-BAA1-4FC6-7F86-C7CE79E51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4830C-B2BC-4ADD-9021-EBF399D31AAD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CDDF257-5B57-D62E-7A6B-0B9171E92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432B039-CA51-4B43-938A-2FA420DFD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00FBD-349D-464B-A60B-106FC962F8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724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4DCC333-0E61-F079-87FF-B9DEDE88D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4830C-B2BC-4ADD-9021-EBF399D31AAD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F37BCBF-0F14-1CA6-2E3E-D34D42AC8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C64B21-212E-3C95-25CE-83D5FCA9E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00FBD-349D-464B-A60B-106FC962F8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7369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3C9135-0C55-1F92-1284-E58563EBD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A3F5F8-F694-2337-233B-89BA05173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42A9D63-3F45-DF76-F417-A774257C9B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87C8A2-F464-F3CA-BEB2-5359A3EAC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4830C-B2BC-4ADD-9021-EBF399D31AAD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72339C-FDDD-2169-8885-4A2FE0FA6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C13D11-B3F5-BC75-A053-EBDAEABCC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00FBD-349D-464B-A60B-106FC962F8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4344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E5C165-1329-0C05-3F0C-856184816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CEB35DD-9974-53B9-140F-7BC3EC294BC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5B23E37-866A-BF6B-3BD5-3213E3410D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175F58-BC47-05CB-2DA8-CEA7F4236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4830C-B2BC-4ADD-9021-EBF399D31AAD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EC11C-5EBC-B334-0B43-74A1E59B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063278F-B768-9A59-96E8-4A33E6D15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00FBD-349D-464B-A60B-106FC962F8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45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FC359B-5306-DF91-C2BE-A71687B7E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3DD2F80-0912-BEF9-AC47-081E3E3F9F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0C549C-5036-97D7-B732-709782FA4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4830C-B2BC-4ADD-9021-EBF399D31AAD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D4B342-9C53-4C71-E6D3-9C822B77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2E5201-60E3-B2DF-DD6C-2F0CAC7A6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00FBD-349D-464B-A60B-106FC962F8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4312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6A4583D-72A0-2599-517B-5BBAAD5AA2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DBA8A2-DF8A-DED1-35BA-1111ED0CFE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8E646A-FE74-9DA4-E5A2-0DCE2C71D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4830C-B2BC-4ADD-9021-EBF399D31AAD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9F1AA2-65EE-44E9-3420-F62DED67A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2AD767-528E-7749-2E1F-F0A96E32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00FBD-349D-464B-A60B-106FC962F8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7935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8156DF7-50C0-EF81-A051-4415A02B1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54589B-6623-1278-1D28-3F6E86F32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27FACE-D9F9-A294-F77B-A004FA9825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D4830C-B2BC-4ADD-9021-EBF399D31AAD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B88D10-BC15-A10E-AFD3-6FD821B49A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1D1A22-7DC2-3153-2416-6577460958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000FBD-349D-464B-A60B-106FC962F8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3233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E58DA86-2AC4-A9DC-1840-948C237B59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91" r="8836"/>
          <a:stretch>
            <a:fillRect/>
          </a:stretch>
        </p:blipFill>
        <p:spPr>
          <a:xfrm>
            <a:off x="3587341" y="2313037"/>
            <a:ext cx="1055942" cy="26543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D8B6660-86FE-7FBF-14CE-0048F525D9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74"/>
          <a:stretch>
            <a:fillRect/>
          </a:stretch>
        </p:blipFill>
        <p:spPr>
          <a:xfrm>
            <a:off x="2333918" y="2313036"/>
            <a:ext cx="1090599" cy="265439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3BC390C-EB37-6DA2-102B-3DB9A8EE8F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225" b="11945"/>
          <a:stretch>
            <a:fillRect/>
          </a:stretch>
        </p:blipFill>
        <p:spPr>
          <a:xfrm>
            <a:off x="3587341" y="1944660"/>
            <a:ext cx="1055942" cy="26599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FFFF92C-0605-F793-EC58-17415499A39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551" r="5826" b="-1"/>
          <a:stretch>
            <a:fillRect/>
          </a:stretch>
        </p:blipFill>
        <p:spPr>
          <a:xfrm>
            <a:off x="2333919" y="1944659"/>
            <a:ext cx="1090598" cy="26599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A436468-67E2-B54C-EC95-9D882BD080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3918" y="5013597"/>
            <a:ext cx="1083157" cy="2939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859F28C-9110-9700-94E1-F84DD3DEF3D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7436" r="2513" b="-8595"/>
          <a:stretch>
            <a:fillRect/>
          </a:stretch>
        </p:blipFill>
        <p:spPr>
          <a:xfrm>
            <a:off x="3587341" y="5013597"/>
            <a:ext cx="1055942" cy="2939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5E3EF4E-71CC-DA3D-A227-DBBB27715EB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1278" t="-1524" r="84260" b="-1797"/>
          <a:stretch>
            <a:fillRect/>
          </a:stretch>
        </p:blipFill>
        <p:spPr>
          <a:xfrm>
            <a:off x="2081551" y="2359201"/>
            <a:ext cx="214901" cy="2654396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63DB6DB7-57AE-11B6-D6BE-EA28202CDE8B}"/>
              </a:ext>
            </a:extLst>
          </p:cNvPr>
          <p:cNvSpPr txBox="1"/>
          <p:nvPr/>
        </p:nvSpPr>
        <p:spPr>
          <a:xfrm>
            <a:off x="1749185" y="2322331"/>
            <a:ext cx="82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180-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7508943-F1BF-FB5A-AD79-B13C361C0068}"/>
              </a:ext>
            </a:extLst>
          </p:cNvPr>
          <p:cNvSpPr txBox="1"/>
          <p:nvPr/>
        </p:nvSpPr>
        <p:spPr>
          <a:xfrm>
            <a:off x="1749185" y="2476219"/>
            <a:ext cx="82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130-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6DDEFC4-E228-A9DB-814E-245AE8FA38E6}"/>
              </a:ext>
            </a:extLst>
          </p:cNvPr>
          <p:cNvSpPr txBox="1"/>
          <p:nvPr/>
        </p:nvSpPr>
        <p:spPr>
          <a:xfrm>
            <a:off x="1757614" y="2694018"/>
            <a:ext cx="82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100-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1441284-1342-EC15-7F97-DA97079B7DFD}"/>
              </a:ext>
            </a:extLst>
          </p:cNvPr>
          <p:cNvSpPr txBox="1"/>
          <p:nvPr/>
        </p:nvSpPr>
        <p:spPr>
          <a:xfrm>
            <a:off x="1815550" y="2885696"/>
            <a:ext cx="82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75-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91893FE-D23A-5F45-C1E9-5DC6FFA67893}"/>
              </a:ext>
            </a:extLst>
          </p:cNvPr>
          <p:cNvSpPr txBox="1"/>
          <p:nvPr/>
        </p:nvSpPr>
        <p:spPr>
          <a:xfrm>
            <a:off x="1815550" y="3162693"/>
            <a:ext cx="82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60-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634A0A6-397D-D7A4-1FBD-C3C5EDBC54CF}"/>
              </a:ext>
            </a:extLst>
          </p:cNvPr>
          <p:cNvSpPr txBox="1"/>
          <p:nvPr/>
        </p:nvSpPr>
        <p:spPr>
          <a:xfrm>
            <a:off x="1816905" y="3549859"/>
            <a:ext cx="82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45-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9C8125E-485F-F0D0-D031-2F7CD12A3467}"/>
              </a:ext>
            </a:extLst>
          </p:cNvPr>
          <p:cNvSpPr txBox="1"/>
          <p:nvPr/>
        </p:nvSpPr>
        <p:spPr>
          <a:xfrm>
            <a:off x="1815549" y="3930841"/>
            <a:ext cx="82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35-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5318FA3-4BD1-2654-2B25-275BEF052599}"/>
              </a:ext>
            </a:extLst>
          </p:cNvPr>
          <p:cNvSpPr txBox="1"/>
          <p:nvPr/>
        </p:nvSpPr>
        <p:spPr>
          <a:xfrm>
            <a:off x="1815549" y="4399516"/>
            <a:ext cx="82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25-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2927BCC-BD12-8A6C-CF12-B2A63F647915}"/>
              </a:ext>
            </a:extLst>
          </p:cNvPr>
          <p:cNvSpPr txBox="1"/>
          <p:nvPr/>
        </p:nvSpPr>
        <p:spPr>
          <a:xfrm>
            <a:off x="1815549" y="4786682"/>
            <a:ext cx="82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15-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2D0D295-AA61-DD08-3DD2-F179A6FF8621}"/>
              </a:ext>
            </a:extLst>
          </p:cNvPr>
          <p:cNvSpPr txBox="1"/>
          <p:nvPr/>
        </p:nvSpPr>
        <p:spPr>
          <a:xfrm>
            <a:off x="1982171" y="1953647"/>
            <a:ext cx="82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100-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0DBDB2F-D138-2071-F217-E8D65ECBCF02}"/>
              </a:ext>
            </a:extLst>
          </p:cNvPr>
          <p:cNvSpPr txBox="1"/>
          <p:nvPr/>
        </p:nvSpPr>
        <p:spPr>
          <a:xfrm>
            <a:off x="2048537" y="5054515"/>
            <a:ext cx="82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35-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7D97BD7-D70C-7174-2CD9-84FEB7912E19}"/>
              </a:ext>
            </a:extLst>
          </p:cNvPr>
          <p:cNvSpPr txBox="1"/>
          <p:nvPr/>
        </p:nvSpPr>
        <p:spPr>
          <a:xfrm>
            <a:off x="4649695" y="5054515"/>
            <a:ext cx="82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GAPDH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C7C0F3B-8A13-8439-A377-3CA1B9F89813}"/>
              </a:ext>
            </a:extLst>
          </p:cNvPr>
          <p:cNvSpPr txBox="1"/>
          <p:nvPr/>
        </p:nvSpPr>
        <p:spPr>
          <a:xfrm>
            <a:off x="3979148" y="5134965"/>
            <a:ext cx="82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PPIL4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8885C84-526F-F262-E725-C9FE6C1F2D13}"/>
              </a:ext>
            </a:extLst>
          </p:cNvPr>
          <p:cNvSpPr txBox="1"/>
          <p:nvPr/>
        </p:nvSpPr>
        <p:spPr>
          <a:xfrm>
            <a:off x="4713605" y="1976166"/>
            <a:ext cx="82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GFP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8AF5C574-3BDB-C6D1-2C49-7A5F1289DB0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3206"/>
          <a:stretch>
            <a:fillRect/>
          </a:stretch>
        </p:blipFill>
        <p:spPr>
          <a:xfrm>
            <a:off x="7995219" y="2261502"/>
            <a:ext cx="1489007" cy="2675634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61E05FA4-EE78-722C-63CA-07312EEFD70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84029" y="4978054"/>
            <a:ext cx="1248577" cy="282342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08D98A84-5D8A-8DAA-5A10-899F13D612C8}"/>
              </a:ext>
            </a:extLst>
          </p:cNvPr>
          <p:cNvSpPr txBox="1"/>
          <p:nvPr/>
        </p:nvSpPr>
        <p:spPr>
          <a:xfrm>
            <a:off x="9484226" y="5000226"/>
            <a:ext cx="82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GAPDH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A68EEBAD-3C9F-2537-E51B-D6816D25F0DE}"/>
              </a:ext>
            </a:extLst>
          </p:cNvPr>
          <p:cNvSpPr txBox="1"/>
          <p:nvPr/>
        </p:nvSpPr>
        <p:spPr>
          <a:xfrm>
            <a:off x="9548136" y="3470529"/>
            <a:ext cx="82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PPIL4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65AD618F-3AE6-F775-D869-97089B4D2C11}"/>
              </a:ext>
            </a:extLst>
          </p:cNvPr>
          <p:cNvSpPr txBox="1"/>
          <p:nvPr/>
        </p:nvSpPr>
        <p:spPr>
          <a:xfrm>
            <a:off x="7650917" y="2204952"/>
            <a:ext cx="82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180-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BC8415B4-CA65-A82B-325B-B77FEF8F3BDB}"/>
              </a:ext>
            </a:extLst>
          </p:cNvPr>
          <p:cNvSpPr txBox="1"/>
          <p:nvPr/>
        </p:nvSpPr>
        <p:spPr>
          <a:xfrm>
            <a:off x="7654875" y="2399758"/>
            <a:ext cx="82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130-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CDF385DC-EE34-18E1-6B08-8A881DF28275}"/>
              </a:ext>
            </a:extLst>
          </p:cNvPr>
          <p:cNvSpPr txBox="1"/>
          <p:nvPr/>
        </p:nvSpPr>
        <p:spPr>
          <a:xfrm>
            <a:off x="7657330" y="2721521"/>
            <a:ext cx="82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100-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06E81D92-1D34-3EC4-1F0B-0C4D5B20E100}"/>
              </a:ext>
            </a:extLst>
          </p:cNvPr>
          <p:cNvSpPr txBox="1"/>
          <p:nvPr/>
        </p:nvSpPr>
        <p:spPr>
          <a:xfrm>
            <a:off x="7721238" y="3040067"/>
            <a:ext cx="82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75-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D423D7B3-E415-5C52-0C54-47E014F22735}"/>
              </a:ext>
            </a:extLst>
          </p:cNvPr>
          <p:cNvSpPr txBox="1"/>
          <p:nvPr/>
        </p:nvSpPr>
        <p:spPr>
          <a:xfrm>
            <a:off x="7721238" y="3448357"/>
            <a:ext cx="82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60-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0CF676D-DADE-90BB-090B-0B7B067F623D}"/>
              </a:ext>
            </a:extLst>
          </p:cNvPr>
          <p:cNvSpPr txBox="1"/>
          <p:nvPr/>
        </p:nvSpPr>
        <p:spPr>
          <a:xfrm>
            <a:off x="7721238" y="3964657"/>
            <a:ext cx="82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45-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A585534D-A7E3-6219-745D-90C11F3D2605}"/>
              </a:ext>
            </a:extLst>
          </p:cNvPr>
          <p:cNvSpPr txBox="1"/>
          <p:nvPr/>
        </p:nvSpPr>
        <p:spPr>
          <a:xfrm>
            <a:off x="7721238" y="4393085"/>
            <a:ext cx="82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35-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650DF9BF-F489-F4B2-3566-EFFC950E36C9}"/>
              </a:ext>
            </a:extLst>
          </p:cNvPr>
          <p:cNvSpPr txBox="1"/>
          <p:nvPr/>
        </p:nvSpPr>
        <p:spPr>
          <a:xfrm>
            <a:off x="7721238" y="4706304"/>
            <a:ext cx="82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25-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4E911159-E80B-6076-5CA5-05A609E45ACB}"/>
              </a:ext>
            </a:extLst>
          </p:cNvPr>
          <p:cNvSpPr txBox="1"/>
          <p:nvPr/>
        </p:nvSpPr>
        <p:spPr>
          <a:xfrm>
            <a:off x="7912763" y="5000226"/>
            <a:ext cx="82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35-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318B1251-BDA6-95A5-2E90-4098654B35E1}"/>
              </a:ext>
            </a:extLst>
          </p:cNvPr>
          <p:cNvSpPr txBox="1"/>
          <p:nvPr/>
        </p:nvSpPr>
        <p:spPr>
          <a:xfrm>
            <a:off x="1949934" y="5294512"/>
            <a:ext cx="82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900" dirty="0" err="1">
                <a:latin typeface="Arial" panose="020B0604020202020204" pitchFamily="34" charset="0"/>
                <a:cs typeface="Arial" panose="020B0604020202020204" pitchFamily="34" charset="0"/>
              </a:rPr>
              <a:t>kDa</a:t>
            </a:r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55E9C891-68FC-9FFF-CEA8-1A4A0E73E2F7}"/>
              </a:ext>
            </a:extLst>
          </p:cNvPr>
          <p:cNvSpPr txBox="1"/>
          <p:nvPr/>
        </p:nvSpPr>
        <p:spPr>
          <a:xfrm>
            <a:off x="1749184" y="1675048"/>
            <a:ext cx="82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Z64 (</a:t>
            </a:r>
            <a:r>
              <a:rPr lang="en-US" altLang="zh-CN" sz="900" dirty="0" err="1">
                <a:latin typeface="Arial" panose="020B0604020202020204" pitchFamily="34" charset="0"/>
                <a:cs typeface="Arial" panose="020B0604020202020204" pitchFamily="34" charset="0"/>
              </a:rPr>
              <a:t>μM</a:t>
            </a:r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36E737A5-7BD6-544E-E3AE-114162E75CE6}"/>
              </a:ext>
            </a:extLst>
          </p:cNvPr>
          <p:cNvSpPr txBox="1"/>
          <p:nvPr/>
        </p:nvSpPr>
        <p:spPr>
          <a:xfrm>
            <a:off x="2291022" y="1649495"/>
            <a:ext cx="27308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zh-CN" sz="800" b="1" dirty="0">
                <a:latin typeface="Arial" panose="020B0604020202020204" pitchFamily="34" charset="0"/>
                <a:cs typeface="Arial" panose="020B0604020202020204" pitchFamily="34" charset="0"/>
              </a:rPr>
              <a:t>-       2.5       5      10          -       2.5       5       10    </a:t>
            </a:r>
            <a:endParaRPr lang="zh-CN" alt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DC4BADE6-8367-8B0F-E517-037702AB517B}"/>
              </a:ext>
            </a:extLst>
          </p:cNvPr>
          <p:cNvSpPr txBox="1"/>
          <p:nvPr/>
        </p:nvSpPr>
        <p:spPr>
          <a:xfrm>
            <a:off x="7449503" y="1979664"/>
            <a:ext cx="82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Z64 (</a:t>
            </a:r>
            <a:r>
              <a:rPr lang="en-US" altLang="zh-CN" sz="900" dirty="0" err="1">
                <a:latin typeface="Arial" panose="020B0604020202020204" pitchFamily="34" charset="0"/>
                <a:cs typeface="Arial" panose="020B0604020202020204" pitchFamily="34" charset="0"/>
              </a:rPr>
              <a:t>μM</a:t>
            </a:r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32885FD8-F248-F8AA-02E0-8112A49C3176}"/>
              </a:ext>
            </a:extLst>
          </p:cNvPr>
          <p:cNvSpPr txBox="1"/>
          <p:nvPr/>
        </p:nvSpPr>
        <p:spPr>
          <a:xfrm>
            <a:off x="8184029" y="1976034"/>
            <a:ext cx="13815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zh-CN" sz="800" b="1" dirty="0">
                <a:latin typeface="Arial" panose="020B0604020202020204" pitchFamily="34" charset="0"/>
                <a:cs typeface="Arial" panose="020B0604020202020204" pitchFamily="34" charset="0"/>
              </a:rPr>
              <a:t>-         2.5        5       10</a:t>
            </a:r>
            <a:endParaRPr lang="zh-CN" alt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8C46CC3C-262A-5ECA-84C6-4363B3D86307}"/>
              </a:ext>
            </a:extLst>
          </p:cNvPr>
          <p:cNvCxnSpPr/>
          <p:nvPr/>
        </p:nvCxnSpPr>
        <p:spPr>
          <a:xfrm>
            <a:off x="2466228" y="1632422"/>
            <a:ext cx="81853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文本框 82">
            <a:extLst>
              <a:ext uri="{FF2B5EF4-FFF2-40B4-BE49-F238E27FC236}">
                <a16:creationId xmlns:a16="http://schemas.microsoft.com/office/drawing/2014/main" id="{83EBCD32-74D4-80BA-4D34-F0DF37F0F55A}"/>
              </a:ext>
            </a:extLst>
          </p:cNvPr>
          <p:cNvSpPr txBox="1"/>
          <p:nvPr/>
        </p:nvSpPr>
        <p:spPr>
          <a:xfrm>
            <a:off x="2422486" y="1254102"/>
            <a:ext cx="9060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50" dirty="0">
                <a:latin typeface="Arial" panose="020B0604020202020204" pitchFamily="34" charset="0"/>
                <a:cs typeface="Arial" panose="020B0604020202020204" pitchFamily="34" charset="0"/>
              </a:rPr>
              <a:t>HeLa</a:t>
            </a:r>
          </a:p>
          <a:p>
            <a:pPr algn="ctr"/>
            <a:r>
              <a:rPr lang="en-US" altLang="zh-CN" sz="1050" dirty="0">
                <a:latin typeface="Arial" panose="020B0604020202020204" pitchFamily="34" charset="0"/>
                <a:cs typeface="Arial" panose="020B0604020202020204" pitchFamily="34" charset="0"/>
              </a:rPr>
              <a:t>PPIL4-GFP</a:t>
            </a:r>
            <a:endParaRPr lang="zh-CN" alt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0F96DA61-3895-60FA-EC21-FCC5A707691D}"/>
              </a:ext>
            </a:extLst>
          </p:cNvPr>
          <p:cNvCxnSpPr/>
          <p:nvPr/>
        </p:nvCxnSpPr>
        <p:spPr>
          <a:xfrm>
            <a:off x="3696815" y="1632422"/>
            <a:ext cx="81853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文本框 84">
            <a:extLst>
              <a:ext uri="{FF2B5EF4-FFF2-40B4-BE49-F238E27FC236}">
                <a16:creationId xmlns:a16="http://schemas.microsoft.com/office/drawing/2014/main" id="{71DFACBF-3EA5-23ED-A306-92258F2F81A6}"/>
              </a:ext>
            </a:extLst>
          </p:cNvPr>
          <p:cNvSpPr txBox="1"/>
          <p:nvPr/>
        </p:nvSpPr>
        <p:spPr>
          <a:xfrm>
            <a:off x="3653073" y="1254102"/>
            <a:ext cx="9060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50" dirty="0">
                <a:latin typeface="Arial" panose="020B0604020202020204" pitchFamily="34" charset="0"/>
                <a:cs typeface="Arial" panose="020B0604020202020204" pitchFamily="34" charset="0"/>
              </a:rPr>
              <a:t>293FT</a:t>
            </a:r>
          </a:p>
          <a:p>
            <a:pPr algn="ctr"/>
            <a:r>
              <a:rPr lang="en-US" altLang="zh-CN" sz="1050" dirty="0">
                <a:latin typeface="Arial" panose="020B0604020202020204" pitchFamily="34" charset="0"/>
                <a:cs typeface="Arial" panose="020B0604020202020204" pitchFamily="34" charset="0"/>
              </a:rPr>
              <a:t>PPIL4-GFP</a:t>
            </a:r>
            <a:endParaRPr lang="zh-CN" alt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DB06A63E-ECD8-C76F-1930-4DBA25AD7851}"/>
              </a:ext>
            </a:extLst>
          </p:cNvPr>
          <p:cNvCxnSpPr>
            <a:cxnSpLocks/>
          </p:cNvCxnSpPr>
          <p:nvPr/>
        </p:nvCxnSpPr>
        <p:spPr>
          <a:xfrm>
            <a:off x="8330455" y="1921652"/>
            <a:ext cx="91779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E3493CE0-702C-DB83-74AA-380A6AC2CA9A}"/>
              </a:ext>
            </a:extLst>
          </p:cNvPr>
          <p:cNvSpPr txBox="1"/>
          <p:nvPr/>
        </p:nvSpPr>
        <p:spPr>
          <a:xfrm>
            <a:off x="8524697" y="1675890"/>
            <a:ext cx="52931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50" dirty="0">
                <a:latin typeface="Arial" panose="020B0604020202020204" pitchFamily="34" charset="0"/>
                <a:cs typeface="Arial" panose="020B0604020202020204" pitchFamily="34" charset="0"/>
              </a:rPr>
              <a:t>SY5Y</a:t>
            </a:r>
            <a:endParaRPr lang="zh-CN" alt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DFE145DD-45DC-15CA-26D0-A2B54A2D10F8}"/>
              </a:ext>
            </a:extLst>
          </p:cNvPr>
          <p:cNvSpPr txBox="1"/>
          <p:nvPr/>
        </p:nvSpPr>
        <p:spPr>
          <a:xfrm>
            <a:off x="7807419" y="5231197"/>
            <a:ext cx="82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900" dirty="0" err="1">
                <a:latin typeface="Arial" panose="020B0604020202020204" pitchFamily="34" charset="0"/>
                <a:cs typeface="Arial" panose="020B0604020202020204" pitchFamily="34" charset="0"/>
              </a:rPr>
              <a:t>kDa</a:t>
            </a:r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977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58</Words>
  <Application>Microsoft Macintosh PowerPoint</Application>
  <PresentationFormat>Widescreen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 dong</dc:creator>
  <cp:lastModifiedBy>Ryan Wang</cp:lastModifiedBy>
  <cp:revision>3</cp:revision>
  <dcterms:created xsi:type="dcterms:W3CDTF">2026-10-06T10:36:49Z</dcterms:created>
  <dcterms:modified xsi:type="dcterms:W3CDTF">2026-10-07T04:55:51Z</dcterms:modified>
</cp:coreProperties>
</file>